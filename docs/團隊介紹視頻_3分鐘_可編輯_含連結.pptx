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QwenPaw 創新挑戰賽 · 初賽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街知巷聞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EveryLane Macau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唔止大三巴，帶你行勻、亦帶旺澳門每一條老街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隊伍：愛拼才會贏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參賽者：施天益（SITINIEK）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學號：dc227126</a:t>
            </a:r>
          </a:p>
        </p:txBody>
      </p:sp>
      <p:pic>
        <p:nvPicPr>
          <p:cNvPr id="11" name="Picture 10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01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</a:rPr>
              <a:t>線上演示：http://47.79.228.128/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01 · 為什麼做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同一座城市，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兩種完全不同的人流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熱點過度集中，幾分鐘外的老街與街坊小店卻未得到同樣客流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遊客：排隊、同質化、查資料費時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小店：有文化但缺新客流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城市：旅遊承載失衡</a:t>
            </a:r>
          </a:p>
        </p:txBody>
      </p:sp>
      <p:pic>
        <p:nvPicPr>
          <p:cNvPr id="11" name="Picture 10" descr="02_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02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02 · QwenPaw 實際部署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不是「對標」，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而是真正接入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QwenPaw 2.0 + EveryLane Skill + stdio MCP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專用 Skill：阿濠人設與工作流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MCP：7 個旅遊工具 + 1 個完整流程工具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Token Plan 就緒：qwen3.7-plus</a:t>
            </a:r>
          </a:p>
        </p:txBody>
      </p:sp>
      <p:pic>
        <p:nvPicPr>
          <p:cNvPr id="11" name="Picture 10" descr="03_qwenp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03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03 · 最能證明智能體能力的場景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景點休息，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智能體不會卡住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鄭家大屋（星期三）→ 核實休息 → 同區自動改線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check_opening：發現週三休息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Recovery：改往戀愛巷等同區景點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predict_crowd：熱門點錯峰與老街導流</a:t>
            </a:r>
          </a:p>
        </p:txBody>
      </p:sp>
      <p:pic>
        <p:nvPicPr>
          <p:cNvPr id="11" name="Picture 10" descr="04_re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04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04 · 可驗證的產品輸出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每個結論，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都有數據可以核對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地圖 + 時間軸 + 人流 + 開放 + 距離 + 預算 + 任務核對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一至五日，每日一個可步行片區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繁中 / 簡中 / 英 / 葡 / 日 五語言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PDF 只輸出 AI 行程結果</a:t>
            </a:r>
          </a:p>
        </p:txBody>
      </p:sp>
      <p:pic>
        <p:nvPicPr>
          <p:cNvPr id="11" name="Picture 10" descr="05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05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</a:rPr>
              <a:t>線上演示：http://47.79.228.128/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05 · 商業與社會價值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一個導流引擎，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三方共贏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把「推薦」升級為可歸因的舊區客流服務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遊客：少排隊、少查資料、玩得更地道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小店：獲得新的可量化到訪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城市：平衡承載、活化舊區、保育文化</a:t>
            </a:r>
          </a:p>
        </p:txBody>
      </p:sp>
      <p:pic>
        <p:nvPicPr>
          <p:cNvPr id="11" name="Picture 10" descr="06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06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officeDocument/2006/main" sz="1400" b="0" ns0:eastAsia="Microsoft YaHei">
                <a:solidFill>
                  <a:srgbClr val="5A6B7D"/>
                </a:solidFill>
                <a:latin typeface="Microsoft YaHei"/>
              </a:rPr>
              <a:t>06 · 完成度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officeDocument/2006/main" sz="3400" b="1" ns1:eastAsia="Microsoft YaHei">
                <a:solidFill>
                  <a:srgbClr val="2A2826"/>
                </a:solidFill>
                <a:latin typeface="Microsoft YaHei"/>
              </a:rPr>
              <a:t>五輪測試，</a:t>
            </a:r>
          </a:p>
          <a:p>
            <a:pPr algn="l"/>
            <a:r>
              <a:rPr xmlns:ns2="http://schemas.openxmlformats.org/officeDocument/2006/main" sz="3400" b="1" ns2:eastAsia="Microsoft YaHei">
                <a:solidFill>
                  <a:srgbClr val="2A2826"/>
                </a:solidFill>
                <a:latin typeface="Microsoft YaHei"/>
              </a:rPr>
              <a:t>不是只測一次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officeDocument/2006/main" sz="1600" b="0" ns3:eastAsia="Microsoft YaHei">
                <a:solidFill>
                  <a:srgbClr val="C45A3A"/>
                </a:solidFill>
                <a:latin typeface="Microsoft YaHei"/>
              </a:rPr>
              <a:t>後端 · 瀏覽器 · API 安全 · MCP 協議 · 文檔一致性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640080" cy="54864"/>
          </a:xfrm>
          <a:prstGeom prst="rect">
            <a:avLst/>
          </a:prstGeom>
          <a:solidFill>
            <a:srgbClr val="B08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officeDocument/2006/main" sz="1600" b="0" ns4:eastAsia="Microsoft YaHei">
                <a:solidFill>
                  <a:srgbClr val="2A2826"/>
                </a:solidFill>
                <a:latin typeface="Microsoft YaHei"/>
              </a:rPr>
              <a:t>●  531 後端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officeDocument/2006/main" sz="1600" b="0" ns5:eastAsia="Microsoft YaHei">
                <a:solidFill>
                  <a:srgbClr val="2A2826"/>
                </a:solidFill>
                <a:latin typeface="Microsoft YaHei"/>
              </a:rPr>
              <a:t>●  99 瀏覽器 PASS · 64 API / 安全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439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officeDocument/2006/main" sz="1600" b="0" ns6:eastAsia="Microsoft YaHei">
                <a:solidFill>
                  <a:srgbClr val="2A2826"/>
                </a:solidFill>
                <a:latin typeface="Microsoft YaHei"/>
              </a:rPr>
              <a:t>●  70 / 70 POI 有圖片 · 8 MCP 工具通過</a:t>
            </a:r>
          </a:p>
        </p:txBody>
      </p:sp>
      <p:pic>
        <p:nvPicPr>
          <p:cNvPr id="11" name="Picture 10" descr="07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40080"/>
            <a:ext cx="5212080" cy="483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officeDocument/2006/main" sz="1200" b="0" ns7:eastAsia="Microsoft YaHei">
                <a:solidFill>
                  <a:srgbClr val="B83A2F"/>
                </a:solidFill>
                <a:latin typeface="Microsoft YaHei"/>
              </a:rPr>
              <a:t>07 /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8="http://schemas.openxmlformats.org/officeDocument/2006/main" sz="1200" b="0" ns8:eastAsia="Microsoft YaHei">
                <a:solidFill>
                  <a:srgbClr val="2A2826"/>
                </a:solidFill>
                <a:latin typeface="Microsoft YaHei"/>
              </a:rPr>
              <a:t>街知巷聞 · EveryLane Macau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45A3A"/>
                </a:solidFill>
                <a:latin typeface="Microsoft YaHei"/>
              </a:rPr>
              <a:t>線上演示：http://47.79.228.128/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A2826"/>
                </a:solidFill>
                <a:latin typeface="Microsoft YaHei"/>
              </a:rPr>
              <a:t>GitHub：https://github.com/Mikey-SI/everylane-macau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